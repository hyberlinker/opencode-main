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114800" cy="82296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2000" b="1" a:ea="HarmonyOS Sans SC">
                <a:solidFill>
                  <a:srgbClr val="FFFFFF"/>
                </a:solidFill>
                <a:latin typeface="Inter"/>
              </a:rPr>
              <a:t>vCube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定位：好用的日志在线分析工具 &amp; 统一协作底座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核心价值：支持灵活的数据结构定义（文本、数字、人员等），准确映射业务实体；支持多人在线实时编辑，替代传统Excel文件协作，确保数据源唯一可信。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关键功能：提供筛选、排序等数据视图，满足定制交付工程师日常维护需求。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量化收益：定制交付场景下自动化汇总日报，消除重复劳动；年度总节省工时约 140.6 人天。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114800" cy="82296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2000" b="1" a:ea="HarmonyOS Sans SC">
                <a:solidFill>
                  <a:srgbClr val="FFFFFF"/>
                </a:solidFill>
                <a:latin typeface="Inter"/>
              </a:rPr>
              <a:t>VLA (日志分析)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定位：便捷自由的多维表格工具 &amp; 智能诊断中心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核心能力：实现视频帧级播放体验，精准定位卡顿帧；全面解析系统Trace文件，可视化展示耗时瓶颈；支持自定义分析规则与自动化闭环。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平台规模：月均处理日志数据 434 TB，成为公司级核心诊断平台。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量化收益：通过在线解压与浏览，全年为团队节省约 4,740 人天。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114800" cy="82296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2000" b="1" a:ea="HarmonyOS Sans SC">
                <a:solidFill>
                  <a:srgbClr val="FFFFFF"/>
                </a:solidFill>
                <a:latin typeface="Inter"/>
              </a:rPr>
              <a:t>软件版本与 FTP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定位：便捷使用的系统版本工具 &amp; 高效分发体系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核心功能：v8.3.0 重构实现版本上传、自动挂载、安全鉴权、全球分发全流程；云刷机同步功能让工程师本地刷机自动拉取云端镜像。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体验优化：实现“一键下载常用刷机包”及 ReleaseNote 在线预览。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量化收益：云刷机月使用次数达 12,267 次，年度节省约 9,200 人天。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114800" cy="82296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2000" b="1" a:ea="HarmonyOS Sans SC">
                <a:solidFill>
                  <a:srgbClr val="FFFFFF"/>
                </a:solidFill>
                <a:latin typeface="Inter"/>
              </a:rPr>
              <a:t>运营商与政企定制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定位：高效高质的定制项目管理工具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核心策略：针对运营商与政企项目设计差异化送测与认证流程；开发批量启动送测、一键生成报告及“开在线”自动化功能。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质量风控：建立事前拦截机制，自动校验 FCC ID、GMS 认证及安全补丁合规性。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量化收益：每年节省约 195 人天；成功拦截 120+ 起认证及合规风险事件。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114800" cy="82296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2000" b="1" a:ea="HarmonyOS Sans SC">
                <a:solidFill>
                  <a:srgbClr val="FFFFFF"/>
                </a:solidFill>
                <a:latin typeface="Inter"/>
              </a:rPr>
              <a:t>翻译管理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定位：高效高质的翻译工具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核心创新：AI 赋能上线“智能匹图”功能，利用 AI 自动匹配截图上下文；支持按词条单独驳回，提升协作清晰度。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平台扩展：成功扩展至手表产品线，支持全球化需求。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量化收益：智能匹图匹配成功率 ~70%；以手表线为例，年化节省达 3,550 人天。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114800" cy="82296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2000" b="1" a:ea="HarmonyOS Sans SC">
                <a:solidFill>
                  <a:srgbClr val="FFFFFF"/>
                </a:solidFill>
                <a:latin typeface="Inter"/>
              </a:rPr>
              <a:t>桌面布局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概述：微小改动，支撑重大商业成功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业务支持：支持对预装文件夹进行批量重命名操作，满足定制需求。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价值优化：将 "Recommended Apps" 更名为 "More Apps"，消除多语言显示歧义。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量化收益：内部效率节省约 247 人天；外部商业价值方面，成功支撑 INS 预装千万级业务收益。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114800" cy="82296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2000" b="1" a:ea="HarmonyOS Sans SC">
                <a:solidFill>
                  <a:srgbClr val="FFFFFF"/>
                </a:solidFill>
                <a:latin typeface="Inter"/>
              </a:rPr>
              <a:t>交接中心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定位：意见交接 MEAT 业务内容 &amp; 协作规范化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核心价值：将运营商项目特有的认证信息、定制配置项纳入标准化线上交接流程。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风险控制：确保项目转手时关键信息无损传递，降低协作风险。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改进方向：持续减少因信息遗漏导致的项目延期事件。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114800" cy="82296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2000" b="1" a:ea="HarmonyOS Sans SC">
                <a:solidFill>
                  <a:srgbClr val="FFFFFF"/>
                </a:solidFill>
                <a:latin typeface="Inter"/>
              </a:rPr>
              <a:t>快应用国家政务服务平台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年度概况：持续承接国办、部委服务，打造快应用政务一体化平台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重点项目：高考专区接入 11 项服务，覆盖 31 个省市，保障高并发稳定性；上线购车、家电等政府补贴查询功能。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证照&amp;社保：优化人脸登录体验与安全性，目前证照&amp;社保服务 UV 达 180w+。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厂商合作：与华为、OPPO 协作共建快应用政务生态，优化“高效办成一件事”专区。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114800" cy="82296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2000" b="1" a:ea="HarmonyOS Sans SC">
                <a:solidFill>
                  <a:srgbClr val="FFFFFF"/>
                </a:solidFill>
                <a:latin typeface="Inter"/>
              </a:rPr>
              <a:t>问题和建议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遇到的问题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接口误报：接口自动化测试因 Nginx 证书过期导致生产环境准确率下降。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授权异常：服务器迁移导致系统时间不一致，引发 Token 生成失效。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改进建议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基础设施监控：建立对证书有效期、系统时间同步的自动化监控与告警机制。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提升运维自动化：减少人工配置环节，降低环境迁移带来的风险。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持续深化 AI 应用：将已验证成功的 AI 助手推广至更多运维与测试场景。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4114800" cy="82296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/>
            <a:r>
              <a:rPr sz="2000" b="1" a:ea="HarmonyOS Sans SC">
                <a:solidFill>
                  <a:srgbClr val="FFFFFF"/>
                </a:solidFill>
                <a:latin typeface="Inter"/>
              </a:rPr>
              <a:t>2026 工作规划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智能化深化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推广“综合 AI 助手”与“缺陷分析助手”，覆盖更多业务线与研发环节。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探索 AI 在自动化代码生成、代码 CR 及智能测试中的深度应用。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平台稳定性与性能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持续优化政务服务平台，确保高并发场景下的极致体验。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提升 vCube 与 VLA 平台的大数据处理能力，应对日志量增长。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生态与合作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深化与华为、OPPO 等厂商的生态合作，拓展快应用服务边界。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a:ea="HarmonyOS Sans SC">
                <a:solidFill>
                  <a:srgbClr val="000000"/>
                </a:solidFill>
                <a:latin typeface="Inter"/>
              </a:rPr>
              <a:t>• 团队效能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 b="0" a:ea="HarmonyOS Sans SC">
                <a:solidFill>
                  <a:srgbClr val="505050"/>
                </a:solidFill>
                <a:latin typeface="Inter"/>
              </a:rPr>
              <a:t>  - 推进工具链整合，打造一站式研发效能平台。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