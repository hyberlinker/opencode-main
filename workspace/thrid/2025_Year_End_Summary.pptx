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2025年个人年终总结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高效 协同 极简</a:t>
            </a:r>
          </a:p>
          <a:p>
            <a:r>
              <a:t>汇报人：[Your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工作总结</a:t>
            </a:r>
          </a:p>
          <a:p>
            <a:r>
              <a:t>2. 问题与建议</a:t>
            </a:r>
          </a:p>
          <a:p>
            <a:r>
              <a:t>3. 新年工作规划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MEAT应用 - vCube平台与统一协作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背景介绍</a:t>
            </a:r>
          </a:p>
          <a:p>
            <a:pPr lvl="1">
              <a:defRPr sz="1600"/>
            </a:pPr>
            <a:r>
              <a:t>vCube平台实现统一协作，覆盖6个版本，50+次迭代。解决多工具割裂问题。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工作亮点</a:t>
            </a:r>
          </a:p>
          <a:p>
            <a:pPr lvl="1">
              <a:defRPr sz="1600"/>
            </a:pPr>
            <a:r>
              <a:t>支持文本/选区/成员多类型批注；Bug自动流转；实时协同编辑。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核心价值</a:t>
            </a:r>
          </a:p>
          <a:p>
            <a:pPr lvl="1">
              <a:defRPr sz="1600"/>
            </a:pPr>
            <a:r>
              <a:t>研发/测试节省人天 140.6天；消除Excel版本混乱，提升协作效率90%。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MEAT应用 - VLA日志分析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背景介绍</a:t>
            </a:r>
          </a:p>
          <a:p>
            <a:pPr lvl="1">
              <a:defRPr sz="1600"/>
            </a:pPr>
            <a:r>
              <a:t>解决海量日志查看难、下载慢的问题；支持Trace文件在线可视化。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工作亮点</a:t>
            </a:r>
          </a:p>
          <a:p>
            <a:pPr lvl="1">
              <a:defRPr sz="1600"/>
            </a:pPr>
            <a:r>
              <a:t>强力压缩日志（434TB数据处理）；自定义过滤与时序图展示；秒级打开超大文件。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核心价值</a:t>
            </a:r>
          </a:p>
          <a:p>
            <a:pPr lvl="1">
              <a:defRPr sz="1600"/>
            </a:pPr>
            <a:r>
              <a:t>节省存储空间折算约4740人天；大幅提升问题定位效率，减少等待时间。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MEAT应用 - 基础建设与定制化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版本与FTP优化</a:t>
            </a:r>
          </a:p>
          <a:p>
            <a:pPr lvl="1">
              <a:defRPr sz="1600"/>
            </a:pPr>
            <a:r>
              <a:t>实现全自动化下载/鉴权；节省下载等待时间折算9200+人天（高频使用场景）。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运营商定制化</a:t>
            </a:r>
          </a:p>
          <a:p>
            <a:pPr lvl="1">
              <a:defRPr sz="1600"/>
            </a:pPr>
            <a:r>
              <a:t>自动化校验FCC/GMS认证状态；拦截120+合规问题；节省人工校验195人天。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桌面布局规范</a:t>
            </a:r>
          </a:p>
          <a:p>
            <a:pPr lvl="1">
              <a:defRPr sz="1600"/>
            </a:pPr>
            <a:r>
              <a:t>统一桌面布局配置，防止敏感信息泄露，提升企业安全合规。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MEAT应用 - AI与效能创新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AI翻译管理</a:t>
            </a:r>
          </a:p>
          <a:p>
            <a:pPr lvl="1">
              <a:defRPr sz="1600"/>
            </a:pPr>
            <a:r>
              <a:t>基于AI的UI截图匹配，成功率&gt;80%；替代人工截图匹配，节省1183人天。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智能问答助手</a:t>
            </a:r>
          </a:p>
          <a:p>
            <a:pPr lvl="1">
              <a:defRPr sz="1600"/>
            </a:pPr>
            <a:r>
              <a:t>接入LLM解决3476次日常咨询，实现一站式知识查询。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缺陷去重</a:t>
            </a:r>
          </a:p>
          <a:p>
            <a:pPr lvl="1">
              <a:defRPr sz="1600"/>
            </a:pPr>
            <a:r>
              <a:t>利用NLP技术识别重复缺陷，拦截2022次重复提单，大幅降低无效Bug流转。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快应用国家政务服务平台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高考/高频服务保障</a:t>
            </a:r>
          </a:p>
          <a:p>
            <a:pPr lvl="1">
              <a:defRPr sz="1600"/>
            </a:pPr>
            <a:r>
              <a:t>支撑11省高考查分，31省录取查询，实现100%零故障。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核心业务指标</a:t>
            </a:r>
          </a:p>
          <a:p>
            <a:pPr lvl="1">
              <a:defRPr sz="1600"/>
            </a:pPr>
            <a:r>
              <a:t>社保/医保服务 PV 90w+，UV 180w+；服务稳定性达99.99%。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技术优化</a:t>
            </a:r>
          </a:p>
          <a:p>
            <a:pPr lvl="1">
              <a:defRPr sz="1600"/>
            </a:pPr>
            <a:r>
              <a:t>完善接口自动化监控；修复Nginx配置与系统时间同步导致的鉴权偶发失败问题。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技术痛点</a:t>
            </a:r>
          </a:p>
          <a:p>
            <a:pPr lvl="1">
              <a:defRPr sz="1600"/>
            </a:pPr>
            <a:r>
              <a:t>系统间时间不同步导致OAuth Code偶发过期；部分旧系统接口缺乏监控覆盖。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改进建议</a:t>
            </a:r>
          </a:p>
          <a:p>
            <a:pPr lvl="1">
              <a:defRPr sz="1600"/>
            </a:pPr>
            <a:r>
              <a:t>1. 运维协同优化全链路Nginx配置与NTP时间同步。</a:t>
            </a:r>
            <a:br/>
            <a:r>
              <a:t>2. 加强核心业务接口的自动化监控覆盖率，实现秒级告警。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流程优化</a:t>
            </a:r>
          </a:p>
          <a:p>
            <a:pPr lvl="1">
              <a:defRPr sz="1600"/>
            </a:pPr>
            <a:r>
              <a:t>建议推广AI缺陷去重工具至更多项目组，减少重复劳动。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快应用业务</a:t>
            </a:r>
          </a:p>
          <a:p>
            <a:pPr lvl="1">
              <a:defRPr sz="1600"/>
            </a:pPr>
            <a:r>
              <a:t>落地医保移动支付功能；优化证照中心体验（卡面展示、交互升级）。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MEAT平台深化</a:t>
            </a:r>
          </a:p>
          <a:p>
            <a:pPr lvl="1">
              <a:defRPr sz="1600"/>
            </a:pPr>
            <a:r>
              <a:t>深化AI在Code Review、需求分析中的应用；VLA支持更多日志格式解析。</a:t>
            </a:r>
          </a:p>
          <a:p>
            <a:pPr>
              <a:defRPr sz="500"/>
            </a:pPr>
          </a:p>
          <a:p>
            <a:pPr>
              <a:defRPr b="1" sz="2000"/>
            </a:pPr>
            <a:r>
              <a:t>团队建设</a:t>
            </a:r>
          </a:p>
          <a:p>
            <a:pPr lvl="1">
              <a:defRPr sz="1600"/>
            </a:pPr>
            <a:r>
              <a:t>提升技术分享频率，沉淀更多通用前端组件；探索鸿蒙原生应用开发技术。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2025年年终总结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