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01. 年度工作总结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1.1 vCube 协作平台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1.2 VLA 日志分析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1.3 基础效能工具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1.4 AI 创新应用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    1.5 快应用政务服务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02. 问题回顾与建议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03. 新年工作规划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vCube 协作平台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版本迭代：完成 v8.2.9.2 - v8.4.4 共6个版本，50+次功能迭代。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统一协作：实现文本、选区、成员等多种批注类型，支持Bug一键流转Jira。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实时协同：构建多人实时编辑引擎，保证数据一致性，替代传统Excel离线交互模式。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研发测试节省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140.6人天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协作效率提升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价值主张：工具的价值在于'用完即走'，自动化流转降低了用户的操作成本。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协作变革：彻底消除Excel版本混乱，实现数据源头的统一。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VLA 日志分析工具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海量日志引擎：优化大文件加载算法，支持GB级日志秒级打开。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深度可视化：实现Trace文件时序图展示，支持标准Log格式化解析与过滤。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全链路压缩：实施日志上传与存储压缩策略，显著降低成本。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日志压缩量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434 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存储节省折算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4,740人天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体验升级：将枯燥的文本阅读转化为直观的'看图说话'，降低问题定位门槛。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性能即体验：秒级打开大文件是核心竞争力。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运营商与政企定制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自动化校验：开发工具自动检查FCC ID、GMS认证状态，覆盖双端配置。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源头治理：在代码提交阶段拦截合规问题，避免版本回退。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兼容适配：解决运营商项目复杂的配置差异问题。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拦截合规问题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120+项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人工校验节省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195人天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合规红线：用工具替代人工CheckList，确保100%准确。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防患未然：在源头解决问题成本最低。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软件版本与FTP工具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全流程自动化：实现版本自动下载、鉴权校验与更新检测。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信息提取：自动解析ReleaseNote，减少人工整理工作量。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场景优化：针对每日高频使用的下载场景进行极致提速。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下载等待节省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9,200+人天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使用频率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12,000+次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ROI思维：抓住'高频低价值'场景（如等待下载）进行优化，收益巨大。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极简工具链：让工程师专注于核心创造性工作。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翻译管理 (AI重构)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AI截图匹配：基于CV技术实现UI截图与翻译条目自动关联，匹配率&gt;80%。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流程自动化：替代人工截图与查找流程，大幅提升国际化适配效率。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质量监控：自动检测翻译缺失与错误，保障多语言版本质量。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截图匹配节省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1,183人天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匹配成功率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&gt;80%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AI务实落地：聚焦'重复性劳动'场景，释放人力资源。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信任建立：只有高准确率才能让用户真正依赖AI工具。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桌面布局规范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批量处理：支持对预装文件夹进行批量重命名，满足区域化定制需求。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歧义消除：将 'Recommended Apps' 更名为中性的 'More Apps'，解决多语言显示歧义。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商业支撑：快速响应 INS 预装业务需求，确保商务合同如期落地。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内部节省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247人天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支撑营收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千万级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微小改动，重大价值：一个文件夹名称的修改，直接撬动了千万级别的商业合作。</a:t>
            </a: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敏捷响应：技术平台对前端业务的直接驱动力，体现在对商业需求的快速落地能力上。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微小改动，重大价值：一个文件夹名称的修改，直接撬动了千万级别的商业合作。</a:t>
            </a: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敏捷响应：技术平台对前端业务的直接驱动力，体现在对商业需求的快速落地能力上。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交接中心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流程标准化：将运营商项目特有的认证信息、定制配置项纳入标准化线上交接流程。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资产管理：统一管理关键项目资产，确保项目转手时信息的完整性与安全性。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风险防控：消除因信息遗漏导致的项目延期风险。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无损传递：信息的完整交接是项目平稳过渡的基石，降低了跨团队协作的摩擦成本。</a:t>
            </a: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流程即防线：标准化的交接流程是规避人为失误的最有效防线。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无损传递：信息的完整交接是项目平稳过渡的基石，降低了跨团队协作的摩擦成本。</a:t>
            </a:r>
          </a:p>
          <a:p>
            <a:pPr>
              <a:spcAft>
                <a:spcPts val="10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流程即防线：标准化的交接流程是规避人为失误的最有效防线。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快应用国家政务服务平台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核心保障：零故障支撑高考查分、社保医保支付等亿级流量服务。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生态连接：适配OPPO侧卡片样式，部署通用查询接口，打破厂商壁垒。</a:t>
            </a:r>
          </a:p>
          <a:p>
            <a:pPr>
              <a:spcAft>
                <a:spcPts val="1000"/>
              </a:spcAft>
              <a:defRPr sz="16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体验重构：优化证照中心交互，去除非必要鉴权，提升转化率。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■ 关键成效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服务稳定性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99.99%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核心流量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PV 90w+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■ 工作心得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底线思维：政务服务关乎民生，稳定性是最高优先级。</a:t>
            </a:r>
          </a:p>
          <a:p>
            <a:pPr>
              <a:spcAft>
                <a:spcPts val="800"/>
              </a:spcAft>
              <a:defRPr sz="14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体验为王：每一个多余点击的去除，都是对用户的尊重。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问题回顾与改进建议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痛点与挑战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负面影响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改进方案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基础设施稳定性</a:t>
            </a:r>
          </a:p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OAuth Code依赖系统时间同步，Nginx鉴权在系统时间漂移时偶发失败。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导致用户登录失败，引发客诉；部分旧系统接口缺乏秒级监控，响应滞后。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5544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1. 推进运维侧统一NTP时间同步，消除时间漂移隐患。</a:t>
            </a:r>
            <a:br/>
            <a:r>
              <a:t>2. 建立全链路Nginx配置标准与秒级监控报警。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114300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3232"/>
                </a:solidFill>
                <a:latin typeface="Inter"/>
              </a:defRPr>
            </a:pPr>
            <a:r>
              <a:rPr a:ea="HarmonyOS Sans SC"/>
              <a:t>研发效能瓶颈</a:t>
            </a:r>
          </a:p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Code Review主要依赖人工，在发版高峰期效率低下。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基础规范问题容易遗漏，不仅占用高级人力，还可能导致线上隐患。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404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引入AI辅助Code Review工具，将命名规范、代码风格等检查自动化，让人聚焦逻辑架构。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9E"/>
                </a:solidFill>
                <a:latin typeface="Inter"/>
              </a:defRPr>
            </a:pPr>
            <a:r>
              <a:rPr a:ea="HarmonyOS Sans SC"/>
              <a:t>2026年工作规划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业务深耕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医保移动支付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打通医保支付全流程，落地标杆省份，实现政务服务闭环。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政务服务标杆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优化证照中心体验，提升用户转化率，打造行业样板。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平台进化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MEAT Agent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引入智能体自动生成测试用例，降低QA回归成本。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日志分析升级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VLA支持更多日志格式解析，覆盖更多业务场景。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rPr a:ea="HarmonyOS Sans SC"/>
              <a:t>技术沉淀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920240"/>
            <a:ext cx="347472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/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组件库建设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沉淀高质量通用前端组件库，提升开发效率与UI一致性。</a:t>
            </a:r>
          </a:p>
          <a:p>
            <a:pPr>
              <a:spcBef>
                <a:spcPts val="1200"/>
              </a:spcBef>
              <a:defRPr sz="1400" b="1">
                <a:solidFill>
                  <a:srgbClr val="323232"/>
                </a:solidFill>
                <a:latin typeface="Inter"/>
              </a:defRPr>
            </a:pPr>
            <a:r>
              <a:rPr a:ea="HarmonyOS Sans SC"/>
              <a:t>• 鸿蒙原生探索</a:t>
            </a:r>
          </a:p>
          <a:p>
            <a:pPr lvl="1">
              <a:defRPr sz="1200" b="0">
                <a:solidFill>
                  <a:srgbClr val="646464"/>
                </a:solidFill>
                <a:latin typeface="Inter"/>
              </a:defRPr>
            </a:pPr>
            <a:r>
              <a:rPr a:ea="HarmonyOS Sans SC"/>
              <a:t>预研鸿蒙Next开发技术，储备原生应用开发能力。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