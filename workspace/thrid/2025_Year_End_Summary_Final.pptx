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01. 年度工作总结 (8个项目)</a:t>
            </a:r>
          </a:p>
          <a:p>
            <a:r>
              <a:t>02. 问题与建议</a:t>
            </a:r>
          </a:p>
          <a:p>
            <a:r>
              <a:t>03. 新年工作规划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版本迭代：完成v8.2.9.2至v8.4.4共6个版本，50+次功能迭代。</a:t>
            </a:r>
          </a:p>
          <a:p>
            <a:pPr>
              <a:spcAft>
                <a:spcPts val="400"/>
              </a:spcAft>
              <a:defRPr sz="1600"/>
            </a:pPr>
            <a:r>
              <a:t>统一协作：实现文本/选区/成员多类型批注，Bug自动流转。</a:t>
            </a:r>
          </a:p>
          <a:p>
            <a:pPr>
              <a:spcAft>
                <a:spcPts val="400"/>
              </a:spcAft>
              <a:defRPr sz="1600"/>
            </a:pPr>
            <a:r>
              <a:t>实时协同：多人实时编辑，保证数据唯一性，替代Excel离线流转。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研发/测试节省：140.6人天</a:t>
            </a:r>
          </a:p>
          <a:p>
            <a:pPr>
              <a:spcAft>
                <a:spcPts val="400"/>
              </a:spcAft>
              <a:defRPr sz="1600"/>
            </a:pPr>
            <a:r>
              <a:t>协作效率提升：90%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告别Excel版本混乱，实现数据源头的统一与实时同步。</a:t>
            </a:r>
          </a:p>
          <a:p>
            <a:pPr>
              <a:spcAft>
                <a:spcPts val="400"/>
              </a:spcAft>
              <a:defRPr sz="1600"/>
            </a:pPr>
            <a:r>
              <a:t>工具价值在于'用完即走'，自动化闭环降低了协作成本。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海量日志：优化大文件加载引擎，支持GB级日志秒级打开。</a:t>
            </a:r>
          </a:p>
          <a:p>
            <a:pPr>
              <a:spcAft>
                <a:spcPts val="400"/>
              </a:spcAft>
              <a:defRPr sz="1600"/>
            </a:pPr>
            <a:r>
              <a:t>可视化：实现Trace文件时序图展示，标准Log格式化解析。</a:t>
            </a:r>
          </a:p>
          <a:p>
            <a:pPr>
              <a:spcAft>
                <a:spcPts val="400"/>
              </a:spcAft>
              <a:defRPr sz="1600"/>
            </a:pPr>
            <a:r>
              <a:t>全链路压缩：实施日志压缩策略，大幅降低存储传输成本。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日志压缩量：434 TB</a:t>
            </a:r>
          </a:p>
          <a:p>
            <a:pPr>
              <a:spcAft>
                <a:spcPts val="400"/>
              </a:spcAft>
              <a:defRPr sz="1600"/>
            </a:pPr>
            <a:r>
              <a:t>存储节省折算：4,740人天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将枯燥文本转化为可视化图表，极大降低了问题定位门槛。</a:t>
            </a:r>
          </a:p>
          <a:p>
            <a:pPr>
              <a:spcAft>
                <a:spcPts val="400"/>
              </a:spcAft>
              <a:defRPr sz="1600"/>
            </a:pPr>
            <a:r>
              <a:t>性能优化直接转化为体验提升，秒级打开大文件成为核心竞争力。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运营商与政企定制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自动化校验：开发工具自动校验FCC ID、GMS认证状态。</a:t>
            </a:r>
          </a:p>
          <a:p>
            <a:pPr>
              <a:spcAft>
                <a:spcPts val="400"/>
              </a:spcAft>
              <a:defRPr sz="1600"/>
            </a:pPr>
            <a:r>
              <a:t>源头治理：在代码提交前拦截合规问题，避免后期返工。</a:t>
            </a:r>
          </a:p>
          <a:p>
            <a:pPr>
              <a:spcAft>
                <a:spcPts val="400"/>
              </a:spcAft>
              <a:defRPr sz="1600"/>
            </a:pPr>
            <a:r>
              <a:t>双端适配：解决运营商项目不同配置的兼容性问题。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拦截合规问题：120+项</a:t>
            </a:r>
          </a:p>
          <a:p>
            <a:pPr>
              <a:spcAft>
                <a:spcPts val="400"/>
              </a:spcAft>
              <a:defRPr sz="1600"/>
            </a:pPr>
            <a:r>
              <a:t>人工校验节省：195人天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用工具替代人工CheckList，不仅快，而且绝对准确。</a:t>
            </a:r>
          </a:p>
          <a:p>
            <a:pPr>
              <a:spcAft>
                <a:spcPts val="400"/>
              </a:spcAft>
              <a:defRPr sz="1600"/>
            </a:pPr>
            <a:r>
              <a:t>合规是红线，自动化是守住红线的最高效手段。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软件版本与FTP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自动化下载：实现版本全自动下载、鉴权与更新检测。</a:t>
            </a:r>
          </a:p>
          <a:p>
            <a:pPr>
              <a:spcAft>
                <a:spcPts val="400"/>
              </a:spcAft>
              <a:defRPr sz="1600"/>
            </a:pPr>
            <a:r>
              <a:t>ReleaseNote解析：自动提取版本信息，减少人工整理时间。</a:t>
            </a:r>
          </a:p>
          <a:p>
            <a:pPr>
              <a:spcAft>
                <a:spcPts val="400"/>
              </a:spcAft>
              <a:defRPr sz="1600"/>
            </a:pPr>
            <a:r>
              <a:t>高频场景优化：针对每日高频使用的下载场景进行极致提速。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下载等待节省：9,200+人天</a:t>
            </a:r>
          </a:p>
          <a:p>
            <a:pPr>
              <a:spcAft>
                <a:spcPts val="400"/>
              </a:spcAft>
              <a:defRPr sz="1600"/>
            </a:pPr>
            <a:r>
              <a:t>使用频率：12,000+次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抓住'高频低价值'场景（如等待下载）进行优化，ROI极高。</a:t>
            </a:r>
          </a:p>
          <a:p>
            <a:pPr>
              <a:spcAft>
                <a:spcPts val="400"/>
              </a:spcAft>
              <a:defRPr sz="1600"/>
            </a:pPr>
            <a:r>
              <a:t>极简工具链让工程师能更专注于核心业务开发。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翻译管理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AI截图匹配：基于CV技术实现UI截图与翻译条目自动匹配。</a:t>
            </a:r>
          </a:p>
          <a:p>
            <a:pPr>
              <a:spcAft>
                <a:spcPts val="400"/>
              </a:spcAft>
              <a:defRPr sz="1600"/>
            </a:pPr>
            <a:r>
              <a:t>流程重构：替代传统人工截图与匹配流程，大幅提升效率。</a:t>
            </a:r>
          </a:p>
          <a:p>
            <a:pPr>
              <a:spcAft>
                <a:spcPts val="400"/>
              </a:spcAft>
              <a:defRPr sz="1600"/>
            </a:pPr>
            <a:r>
              <a:t>质量把控：自动检测翻译缺失与错误，提升国际化质量。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截图匹配节省：1,183人天</a:t>
            </a:r>
          </a:p>
          <a:p>
            <a:pPr>
              <a:spcAft>
                <a:spcPts val="400"/>
              </a:spcAft>
              <a:defRPr sz="1600"/>
            </a:pPr>
            <a:r>
              <a:t>匹配成功率：&gt;80%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AI在'重复性劳动'场景下的最佳实践，释放人力。</a:t>
            </a:r>
          </a:p>
          <a:p>
            <a:pPr>
              <a:spcAft>
                <a:spcPts val="400"/>
              </a:spcAft>
              <a:defRPr sz="1600"/>
            </a:pPr>
            <a:r>
              <a:t>匹配成功率&gt;80%是工具从'可用'到'好用'的分水岭。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桌面布局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统一标准：规范桌面布局配置，确保企业视觉统一性。</a:t>
            </a:r>
          </a:p>
          <a:p>
            <a:pPr>
              <a:spcAft>
                <a:spcPts val="400"/>
              </a:spcAft>
              <a:defRPr sz="1600"/>
            </a:pPr>
            <a:r>
              <a:t>安全合规：实施敏感信息拦截策略，防止数据泄露。</a:t>
            </a:r>
          </a:p>
          <a:p>
            <a:pPr>
              <a:spcAft>
                <a:spcPts val="400"/>
              </a:spcAft>
              <a:defRPr sz="1600"/>
            </a:pPr>
            <a:r>
              <a:t>风险防控：通过技术手段规避法律与舆情风险。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安全风险拦截：100%覆盖</a:t>
            </a:r>
          </a:p>
          <a:p>
            <a:pPr>
              <a:spcAft>
                <a:spcPts val="400"/>
              </a:spcAft>
              <a:defRPr sz="1600"/>
            </a:pPr>
            <a:r>
              <a:t>合规事故：0起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看似微小的改动，实则支撑了重大的企业安全合规需求。</a:t>
            </a:r>
          </a:p>
          <a:p>
            <a:pPr>
              <a:spcAft>
                <a:spcPts val="400"/>
              </a:spcAft>
              <a:defRPr sz="1600"/>
            </a:pPr>
            <a:r>
              <a:t>安全无小事，防患于未然是最高级的安全策略。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交接中心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业务支撑：支持INS预装、Recommended Apps等复杂分发业务。</a:t>
            </a:r>
          </a:p>
          <a:p>
            <a:pPr>
              <a:spcAft>
                <a:spcPts val="400"/>
              </a:spcAft>
              <a:defRPr sz="1600"/>
            </a:pPr>
            <a:r>
              <a:t>配置灵活：通过微小改动支撑千万级营收项目的落地。</a:t>
            </a:r>
          </a:p>
          <a:p>
            <a:pPr>
              <a:spcAft>
                <a:spcPts val="400"/>
              </a:spcAft>
              <a:defRPr sz="1600"/>
            </a:pPr>
            <a:r>
              <a:t>流程优化：简化交接流程，提升跨部门协作效率。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内部协作节省：247人天</a:t>
            </a:r>
          </a:p>
          <a:p>
            <a:pPr>
              <a:spcAft>
                <a:spcPts val="400"/>
              </a:spcAft>
              <a:defRPr sz="1600"/>
            </a:pPr>
            <a:r>
              <a:t>支撑营收：千万级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技术直接支撑商业成功，小功能撬动大收益。</a:t>
            </a:r>
          </a:p>
          <a:p>
            <a:pPr>
              <a:spcAft>
                <a:spcPts val="400"/>
              </a:spcAft>
              <a:defRPr sz="1600"/>
            </a:pPr>
            <a:r>
              <a:t>打通业务流转的'最后一公里'，确保商业变现畅通无阻。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快应用国家政务服务平台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核心保障：零故障支撑高考查分、社保医保支付等高频服务。</a:t>
            </a:r>
          </a:p>
          <a:p>
            <a:pPr>
              <a:spcAft>
                <a:spcPts val="400"/>
              </a:spcAft>
              <a:defRPr sz="1600"/>
            </a:pPr>
            <a:r>
              <a:t>生态合作：适配OPPO侧卡片，部署通用查询接口。</a:t>
            </a:r>
          </a:p>
          <a:p>
            <a:pPr>
              <a:spcAft>
                <a:spcPts val="400"/>
              </a:spcAft>
              <a:defRPr sz="1600"/>
            </a:pPr>
            <a:r>
              <a:t>体验重构：优化证照中心与电子社保卡流程，去除非必要鉴权。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服务稳定性：99.99%</a:t>
            </a:r>
          </a:p>
          <a:p>
            <a:pPr>
              <a:spcAft>
                <a:spcPts val="400"/>
              </a:spcAft>
              <a:defRPr sz="1600"/>
            </a:pPr>
            <a:r>
              <a:t>核心流量：PV 90w+, UV 180w+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政务服务'零故障'是底线，必须保持对生产环境的敬畏。</a:t>
            </a:r>
          </a:p>
          <a:p>
            <a:pPr>
              <a:spcAft>
                <a:spcPts val="400"/>
              </a:spcAft>
              <a:defRPr sz="1600"/>
            </a:pPr>
            <a:r>
              <a:t>每一个多余点击的去除，都是对用户体验的极致追求。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技术痛点：OAuth Code依赖系统时间，Nginx鉴权偶发失败。</a:t>
            </a:r>
          </a:p>
          <a:p>
            <a:pPr>
              <a:spcAft>
                <a:spcPts val="400"/>
              </a:spcAft>
              <a:defRPr sz="1600"/>
            </a:pPr>
            <a:r>
              <a:t>流程瓶颈：人工Code Review效率低，基础规范依赖人工检查。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系统治理：推进全链路NTP时间同步与Nginx配置标准化。</a:t>
            </a:r>
          </a:p>
          <a:p>
            <a:pPr>
              <a:spcAft>
                <a:spcPts val="400"/>
              </a:spcAft>
              <a:defRPr sz="1600"/>
            </a:pPr>
            <a:r>
              <a:t>工具赋能：推广AI辅助Code Review，实现规范检查自动化。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新年工作规划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快应用业务：落地医保移动支付，打造政务服务标杆。</a:t>
            </a:r>
          </a:p>
          <a:p>
            <a:pPr>
              <a:spcAft>
                <a:spcPts val="400"/>
              </a:spcAft>
              <a:defRPr sz="1600"/>
            </a:pPr>
            <a:r>
              <a:t>平台深化：MEAT平台引入更多AI Agent，降低研发成本。</a:t>
            </a:r>
          </a:p>
          <a:p>
            <a:pPr>
              <a:spcAft>
                <a:spcPts val="400"/>
              </a:spcAft>
              <a:defRPr sz="1600"/>
            </a:pPr>
            <a:r>
              <a:t>技术沉淀：输出高质量组件库，探索鸿蒙原生应用开发。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从支撑向驱动转型，用技术反哺业务增长。</a:t>
            </a:r>
          </a:p>
          <a:p>
            <a:pPr>
              <a:spcAft>
                <a:spcPts val="400"/>
              </a:spcAft>
              <a:defRPr sz="1600"/>
            </a:pPr>
            <a:r>
              <a:t>拥抱AI 2.0，构建人机协同的新型研发模式。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