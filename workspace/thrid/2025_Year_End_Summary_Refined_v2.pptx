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2025年度个人工作总结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汇报人：[Your Name]</a:t>
            </a:r>
          </a:p>
          <a:p>
            <a:r>
              <a:t>部门：[Your Department]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01. 年度工作总结</a:t>
            </a:r>
          </a:p>
          <a:p>
            <a:r>
              <a:t>02. 问题与建议</a:t>
            </a:r>
          </a:p>
          <a:p>
            <a:r>
              <a:t>03. 新年工作规划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MEAT平台 - vCube在线协作系统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版本迭代：完成v8.2.9.2至v8.4.4共6个版本，50+次功能迭代。</a:t>
            </a:r>
          </a:p>
          <a:p>
            <a:pPr>
              <a:spcAft>
                <a:spcPts val="400"/>
              </a:spcAft>
              <a:defRPr sz="1600"/>
            </a:pPr>
            <a:r>
              <a:t>功能建设：实现文本/选区/成员多维度批注，支持Bug自动流转至Jira。</a:t>
            </a:r>
          </a:p>
          <a:p>
            <a:pPr>
              <a:spcAft>
                <a:spcPts val="400"/>
              </a:spcAft>
              <a:defRPr sz="1600"/>
            </a:pPr>
            <a:r>
              <a:t>实时协同：构建多人实时编辑引擎，保证数据唯一性（Single Source of Truth）。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研发/测试节省工时：140.6人天</a:t>
            </a:r>
          </a:p>
          <a:p>
            <a:pPr>
              <a:spcAft>
                <a:spcPts val="400"/>
              </a:spcAft>
              <a:defRPr sz="1600"/>
            </a:pPr>
            <a:r>
              <a:t>协作效率提升：90% (消除版本同步耗时)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告别碎片化：从Excel离线交互转向在线实时协作，彻底解决了版本混乱问题。</a:t>
            </a:r>
          </a:p>
          <a:p>
            <a:pPr>
              <a:spcAft>
                <a:spcPts val="400"/>
              </a:spcAft>
              <a:defRPr sz="1600"/>
            </a:pPr>
            <a:r>
              <a:t>流程闭环：打通批注到Bug管理的数据链路，让'发现问题'到'解决问题'无缝衔接。</a:t>
            </a:r>
          </a:p>
          <a:p>
            <a:pPr>
              <a:spcAft>
                <a:spcPts val="400"/>
              </a:spcAft>
              <a:defRPr sz="1600"/>
            </a:pPr>
            <a:r>
              <a:t>极简主义：工具的价值在于'用完即走'，自动化流转极大降低了用户的操作成本。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MEAT平台 - VLA日志分析工具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海量处理：优化大文件加载引擎，支持秒级打开GB级日志。</a:t>
            </a:r>
          </a:p>
          <a:p>
            <a:pPr>
              <a:spcAft>
                <a:spcPts val="400"/>
              </a:spcAft>
              <a:defRPr sz="1600"/>
            </a:pPr>
            <a:r>
              <a:t>可视化分析：实现Trace文件时序图展示，标准Log格式化解析。</a:t>
            </a:r>
          </a:p>
          <a:p>
            <a:pPr>
              <a:spcAft>
                <a:spcPts val="400"/>
              </a:spcAft>
              <a:defRPr sz="1600"/>
            </a:pPr>
            <a:r>
              <a:t>数据压缩：实施全链路日志压缩策略，降低存储与传输成本。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日志压缩量：434 TB</a:t>
            </a:r>
          </a:p>
          <a:p>
            <a:pPr>
              <a:spcAft>
                <a:spcPts val="400"/>
              </a:spcAft>
              <a:defRPr sz="1600"/>
            </a:pPr>
            <a:r>
              <a:t>存储空间折算节省：4,740人天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数据可视化价值：将枯燥的文本日志转化为直观的时序图，让定位问题从'阅读理解'变为'看图说话'。</a:t>
            </a:r>
          </a:p>
          <a:p>
            <a:pPr>
              <a:spcAft>
                <a:spcPts val="400"/>
              </a:spcAft>
              <a:defRPr sz="1600"/>
            </a:pPr>
            <a:r>
              <a:t>性能即体验：在海量数据场景下，加载速度是核心竞争力，压缩算法的优化带来巨大的存储成本节省。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MEAT平台 - 基础效能建设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版本/FTP优化：实现版本全自动化下载、鉴权与更新检测。</a:t>
            </a:r>
          </a:p>
          <a:p>
            <a:pPr>
              <a:spcAft>
                <a:spcPts val="400"/>
              </a:spcAft>
              <a:defRPr sz="1600"/>
            </a:pPr>
            <a:r>
              <a:t>运营商定制：开发自动化校验工具，覆盖FCC ID、GMS认证状态检查。</a:t>
            </a:r>
          </a:p>
          <a:p>
            <a:pPr>
              <a:spcAft>
                <a:spcPts val="400"/>
              </a:spcAft>
              <a:defRPr sz="1600"/>
            </a:pPr>
            <a:r>
              <a:t>安全合规：统一桌面布局配置，实施敏感信息拦截策略。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下载等待时间节省：9,200+人天</a:t>
            </a:r>
          </a:p>
          <a:p>
            <a:pPr>
              <a:spcAft>
                <a:spcPts val="400"/>
              </a:spcAft>
              <a:defRPr sz="1600"/>
            </a:pPr>
            <a:r>
              <a:t>合规校验节省：195人天 (拦截120+问题)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抓住高频痛点：针对'下载等待'这一高频低价值场景进行优化，产生的ROI（投入产出比）是惊人的。</a:t>
            </a:r>
          </a:p>
          <a:p>
            <a:pPr>
              <a:spcAft>
                <a:spcPts val="400"/>
              </a:spcAft>
              <a:defRPr sz="1600"/>
            </a:pPr>
            <a:r>
              <a:t>源头治理：通过自动化工具在代码提交前（Pre-commit）拦截合规问题，远比后期返工高效。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MEAT平台 - AI重构与商业化支撑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AI翻译管理：基于图像识别(CV)技术重构翻译流程，实现UI截图与翻译条目自动匹配。</a:t>
            </a:r>
          </a:p>
          <a:p>
            <a:pPr>
              <a:spcAft>
                <a:spcPts val="400"/>
              </a:spcAft>
              <a:defRPr sz="1600"/>
            </a:pPr>
            <a:r>
              <a:t>交接中心：支撑'Recommended Apps'与'More Apps'等INS预装业务的复杂分发逻辑。</a:t>
            </a:r>
          </a:p>
          <a:p>
            <a:pPr>
              <a:spcAft>
                <a:spcPts val="400"/>
              </a:spcAft>
              <a:defRPr sz="1600"/>
            </a:pPr>
            <a:r>
              <a:t>商业化闭环：通过微小的配置功能改动，有力支撑了千万级营收的商业项目落地。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AI截图匹配节省：1,183人天 (匹配成功率&gt;80%)</a:t>
            </a:r>
          </a:p>
          <a:p>
            <a:pPr>
              <a:spcAft>
                <a:spcPts val="400"/>
              </a:spcAft>
              <a:defRPr sz="1600"/>
            </a:pPr>
            <a:r>
              <a:t>交接中心内效提升：节省247人天</a:t>
            </a:r>
          </a:p>
          <a:p>
            <a:pPr>
              <a:spcAft>
                <a:spcPts val="400"/>
              </a:spcAft>
              <a:defRPr sz="1600"/>
            </a:pPr>
            <a:r>
              <a:t>商业价值：支撑INS预装千万级营收业务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技术赋能业务：AI不仅仅是提效工具，更是解决'人工无法覆盖'场景（如海量截图匹配）的关键。</a:t>
            </a:r>
          </a:p>
          <a:p>
            <a:pPr>
              <a:spcAft>
                <a:spcPts val="400"/>
              </a:spcAft>
              <a:defRPr sz="1600"/>
            </a:pPr>
            <a:r>
              <a:t>小功能大价值：交接中心虽然功能点微小，但直接关联公司核心营收，体现了技术对商业成功的直接支撑。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快应用 - 国家政务服务平台 (核心保障)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高考/高频保障：圆满完成11省高考查分、31省录取查询保障任务，实现服务零故障。</a:t>
            </a:r>
          </a:p>
          <a:p>
            <a:pPr>
              <a:spcAft>
                <a:spcPts val="400"/>
              </a:spcAft>
              <a:defRPr sz="1600"/>
            </a:pPr>
            <a:r>
              <a:t>社保/医保支付：打通医保移动支付全流程，支持多省份社保查询业务。</a:t>
            </a:r>
          </a:p>
          <a:p>
            <a:pPr>
              <a:spcAft>
                <a:spcPts val="400"/>
              </a:spcAft>
              <a:defRPr sz="1600"/>
            </a:pPr>
            <a:r>
              <a:t>稳定性建设：建立接口自动化监控体系，解决OAuth鉴权偶发失败问题。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服务稳定性：99.99%</a:t>
            </a:r>
          </a:p>
          <a:p>
            <a:pPr>
              <a:spcAft>
                <a:spcPts val="400"/>
              </a:spcAft>
              <a:defRPr sz="1600"/>
            </a:pPr>
            <a:r>
              <a:t>核心业务保障：覆盖31省高考录取查询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底线思维：政务服务具有高敏感性，'零故障'是我们坚守的底线。</a:t>
            </a:r>
          </a:p>
          <a:p>
            <a:pPr>
              <a:spcAft>
                <a:spcPts val="400"/>
              </a:spcAft>
              <a:defRPr sz="1600"/>
            </a:pPr>
            <a:r>
              <a:t>主动防御：通过自动化监控替代被动客诉，将潜在风险消灭在萌芽状态。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快应用 - 厂商合作与体验优化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OPPO生态合作：深度适配OPPO侧卡片样式，部署通用查询接口，提升跨厂商服务体验。</a:t>
            </a:r>
          </a:p>
          <a:p>
            <a:pPr>
              <a:spcAft>
                <a:spcPts val="400"/>
              </a:spcAft>
              <a:defRPr sz="1600"/>
            </a:pPr>
            <a:r>
              <a:t>证照/电保专区：重构证照中心展示逻辑，优化交互流程（去除非必要鉴权步骤）。</a:t>
            </a:r>
          </a:p>
          <a:p>
            <a:pPr>
              <a:spcAft>
                <a:spcPts val="400"/>
              </a:spcAft>
              <a:defRPr sz="1600"/>
            </a:pPr>
            <a:r>
              <a:t>社保卡专区：优化电子社保卡申领与使用流程，提升卡面加载速度。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关键成效</a:t>
            </a:r>
          </a:p>
          <a:p>
            <a:pPr>
              <a:spcAft>
                <a:spcPts val="400"/>
              </a:spcAft>
              <a:defRPr sz="1600"/>
            </a:pPr>
            <a:r>
              <a:t>证照/电保专区流量：PV 90w+, UV 180w+</a:t>
            </a:r>
          </a:p>
          <a:p>
            <a:pPr>
              <a:spcAft>
                <a:spcPts val="400"/>
              </a:spcAft>
              <a:defRPr sz="1600"/>
            </a:pPr>
            <a:r>
              <a:t>OPPO侧：成功接入卡片服务与通用查询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生态共赢：通过技术手段抹平不同厂商间的差异，实现'一次开发，多端运行'的初衷。</a:t>
            </a:r>
          </a:p>
          <a:p>
            <a:pPr>
              <a:spcAft>
                <a:spcPts val="400"/>
              </a:spcAft>
              <a:defRPr sz="1600"/>
            </a:pPr>
            <a:r>
              <a:t>体验为王：在证照中心优化中，每一个多余点击的去除，都意味着用户体验的显著提升。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问题回顾与改进建议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技术债：部分老旧系统接口缺乏监控，OAuth Code依赖系统时间同步导致偶发失败。</a:t>
            </a:r>
          </a:p>
          <a:p>
            <a:pPr>
              <a:spcAft>
                <a:spcPts val="400"/>
              </a:spcAft>
              <a:defRPr sz="1600"/>
            </a:pPr>
            <a:r>
              <a:t>流程瓶颈：人工Code Review在高峰期效率低，且容易遗漏基础规范问题。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系统性治理：不能头痛医头，建议推动运维侧统一NTP时间同步，并建立全链路Nginx配置标准。</a:t>
            </a:r>
          </a:p>
          <a:p>
            <a:pPr>
              <a:spcAft>
                <a:spcPts val="400"/>
              </a:spcAft>
              <a:defRPr sz="1600"/>
            </a:pPr>
            <a:r>
              <a:t>工具化思维：建议推广AI辅助Code Review工具，将规范检查自动化，让人聚焦在逻辑架构审查上。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2026年工作规划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工作内容</a:t>
            </a:r>
          </a:p>
          <a:p>
            <a:pPr>
              <a:spcAft>
                <a:spcPts val="400"/>
              </a:spcAft>
              <a:defRPr sz="1600"/>
            </a:pPr>
            <a:r>
              <a:t>业务深耕：落地医保移动支付全流程，打造政务服务标杆案例。</a:t>
            </a:r>
          </a:p>
          <a:p>
            <a:pPr>
              <a:spcAft>
                <a:spcPts val="400"/>
              </a:spcAft>
              <a:defRPr sz="1600"/>
            </a:pPr>
            <a:r>
              <a:t>平台进化：MEAT平台引入更多AI Agent（如自动生成测试用例），进一步降低研发成本。</a:t>
            </a:r>
          </a:p>
          <a:p>
            <a:pPr>
              <a:spcAft>
                <a:spcPts val="400"/>
              </a:spcAft>
              <a:defRPr sz="1600"/>
            </a:pPr>
            <a:r>
              <a:t>技术沉淀：输出高质量前端组件库，探索鸿蒙原生应用开发，保持技术栈先进性。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b="1" sz="2000">
                <a:solidFill>
                  <a:srgbClr val="003366"/>
                </a:solidFill>
              </a:defRPr>
            </a:pPr>
            <a:r>
              <a:t>■ 工作心得</a:t>
            </a:r>
          </a:p>
          <a:p>
            <a:pPr>
              <a:spcAft>
                <a:spcPts val="400"/>
              </a:spcAft>
              <a:defRPr sz="1600"/>
            </a:pPr>
            <a:r>
              <a:t>从'支撑'到'驱动'：技术团队不能仅满足于支撑业务，更要通过平台化、智能化工具反向驱动业务效率提升。</a:t>
            </a:r>
          </a:p>
          <a:p>
            <a:pPr>
              <a:spcAft>
                <a:spcPts val="400"/>
              </a:spcAft>
              <a:defRPr sz="1600"/>
            </a:pPr>
            <a:r>
              <a:t>持续学习：拥抱AI 2.0时代，让每个工程师都成为'超级个体'。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谢谢聆听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